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1371600"/>
            <a:ext cx="1188720" cy="11887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555" y="1680667"/>
            <a:ext cx="570586" cy="570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Банківський пайплайн обробки транзакцій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7947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 система, побудована з Claude Code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58521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 6 · Фінальний капстоун · gen-ai-software-engineering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Vitalii Roditieliev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70" y="6254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потрібно було побудувати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9875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Objective + Mid-Level Objectives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Обробити пакет банківських транзакцій через ланцюжок агентів — валідацію, оцінку шахрайства, комплаєнс-перевірку та розрахунок — з повним аудиторським слідом.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6126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Транзакції понад $10 000 позначаються для перевірки на шахрайство з risk score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Відхилені транзакції записуються в shared/results/ із полем reason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операції агентів логуються з ISO 8601 timestamp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Номери рахунків (PII) ніколи не потрапляють у логи відкритим текстом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178040" y="1600200"/>
            <a:ext cx="4297680" cy="438912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8938260" y="19431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342" y="214518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Notes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635240" y="34290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decimal.Decimal для грошей — ніколи float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Валюти — за allow-list ISO 4217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ризику — без FX-конвертації (задокументована спрощеність)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Аудит-лог: agent, transaction_id, timestamp, outcome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70" y="6254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Архітектура: 4 агенти + файлова шина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9875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shared/{input, processing, output, results}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554480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sample-transactions.json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integrator.py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45920" y="24917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228" y="26700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2918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96112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15468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3474720" y="233172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7680" y="24917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88" y="26700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32918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547872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80644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6126480" y="233172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0" y="24917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748" y="26700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0" y="32918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199632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45820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0"/>
          <p:cNvSpPr/>
          <p:nvPr/>
        </p:nvSpPr>
        <p:spPr>
          <a:xfrm>
            <a:off x="8778240" y="233172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38100" dir="5400000">
              <a:srgbClr val="9AA5B1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601200" y="24917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508" y="2670048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869680" y="32918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851392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822960" y="4297680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Будь-яка помилка валідації / комплаєнсу → одразу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shared/results/ зі статусом rejected + reason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22960" y="5029200"/>
            <a:ext cx="102870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33" name="Text 26"/>
          <p:cNvSpPr/>
          <p:nvPr/>
        </p:nvSpPr>
        <p:spPr>
          <a:xfrm>
            <a:off x="822960" y="5029200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shared/results/*.json  ·  summary.json  ·  audit.log  →  mcp/server.py (FastMCP)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70" y="6254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Чотири мета-агенти — чотири коміти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9875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агент має свою роль і власний внесок у репозиторій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10911535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950976" y="1933956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52" y="2105132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1847088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 — Специфікація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874520" y="224028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specification.md, agents.md, /write-spec skill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926080"/>
            <a:ext cx="10911535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12" name="Shape 8"/>
          <p:cNvSpPr/>
          <p:nvPr/>
        </p:nvSpPr>
        <p:spPr>
          <a:xfrm>
            <a:off x="950976" y="3122676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52" y="3293852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74520" y="3035808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2 — Генерація коду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874520" y="342900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агенти пайплайну, mcp/server.py, research-notes.md (context7)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114800"/>
            <a:ext cx="10911535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17" name="Shape 12"/>
          <p:cNvSpPr/>
          <p:nvPr/>
        </p:nvSpPr>
        <p:spPr>
          <a:xfrm>
            <a:off x="950976" y="4311396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152" y="4482572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74520" y="4224528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3 — Скіли, хуки, тести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874520" y="461772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/run-pipeline, /validate-transactions, coverage-gate hook, 31 тест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5303520"/>
            <a:ext cx="10911535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sp>
        <p:nvSpPr>
          <p:cNvPr id="22" name="Shape 16"/>
          <p:cNvSpPr/>
          <p:nvPr/>
        </p:nvSpPr>
        <p:spPr>
          <a:xfrm>
            <a:off x="950976" y="5500116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152" y="5671292"/>
            <a:ext cx="316017" cy="31601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874520" y="5413248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4 — Документація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1874520" y="58064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README.md, HOWTORUN.md, docs/screenshots/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70" y="6254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Технологічний стек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9875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Claude Code екосистема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32308" y="18288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1981048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243" y="224759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5188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5188" y="3273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.venv, decimal.Decimal для грошей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81348" y="18288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2" name="Shape 8"/>
          <p:cNvSpPr/>
          <p:nvPr/>
        </p:nvSpPr>
        <p:spPr>
          <a:xfrm>
            <a:off x="5730088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283" y="224759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4228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messaging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64228" y="3273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shared/{input,processing,output,results}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30388" y="182880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17" name="Shape 12"/>
          <p:cNvSpPr/>
          <p:nvPr/>
        </p:nvSpPr>
        <p:spPr>
          <a:xfrm>
            <a:off x="9479128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323" y="224759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13268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 + pytest-cov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13268" y="3273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тест, 98% покриття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32308" y="40690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22" name="Shape 16"/>
          <p:cNvSpPr/>
          <p:nvPr/>
        </p:nvSpPr>
        <p:spPr>
          <a:xfrm>
            <a:off x="1981048" y="4297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243" y="4487875"/>
            <a:ext cx="351130" cy="35113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5188" y="5166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hooks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15188" y="55138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coverage gate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381348" y="40690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27" name="Shape 20"/>
          <p:cNvSpPr/>
          <p:nvPr/>
        </p:nvSpPr>
        <p:spPr>
          <a:xfrm>
            <a:off x="5730088" y="4297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283" y="4487875"/>
            <a:ext cx="351130" cy="35113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64228" y="5166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FastMCP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564228" y="55138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власний MCP-сервер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130388" y="40690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</p:sp>
      <p:sp>
        <p:nvSpPr>
          <p:cNvPr id="32" name="Shape 24"/>
          <p:cNvSpPr/>
          <p:nvPr/>
        </p:nvSpPr>
        <p:spPr>
          <a:xfrm>
            <a:off x="9479128" y="4297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9323" y="4487875"/>
            <a:ext cx="351130" cy="35113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13268" y="5166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context7 + skills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313268" y="55138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research-notes.md, /write-spec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70" y="6254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Пайплайн у дії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9875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integrator.py — реальний прогін на sample-transactions.json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транзакцій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оброблено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5029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40080" y="5897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(TXN006, XYZ)</a:t>
            </a:r>
            <a:endParaRPr lang="en-US" sz="1250" dirty="0"/>
          </a:p>
        </p:txBody>
      </p:sp>
      <p:pic>
        <p:nvPicPr>
          <p:cNvPr id="12" name="Image 1" descr="/Users/Dart_Raziel/Projects/Education/SET/gen-ai-software-engineering/homework-6/docs/screenshots/pipeline-ru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63240" y="1920240"/>
            <a:ext cx="8503920" cy="33192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63240" y="54406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TXN002 / TXN005 — high_value (risk «high»)  ·  TXN003 — structuring_suspected  ·  TXN004 — unusual_timing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70" y="6254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тест, 98% покриття — і хук, що блокує push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9875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hook перевіряє покриття перед git push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покриття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(поріг гейта — 80%)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40080" y="4480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тестів, усі проходять</a:t>
            </a:r>
            <a:endParaRPr lang="en-US" sz="1200" dirty="0"/>
          </a:p>
        </p:txBody>
      </p:sp>
      <p:pic>
        <p:nvPicPr>
          <p:cNvPr id="10" name="Image 1" descr="/Users/Dart_Raziel/Projects/Education/SET/gen-ai-software-engineering/homework-6/docs/screenshots/hook-trigger-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63240" y="1783080"/>
            <a:ext cx="8503920" cy="44805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632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Живе блокування git push у Claude Code (coverage 0% після вимкнення tests/)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70" y="6254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MCP: дослідження через context7 + власний сервер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9875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mcp.json — 2 сервери, обидва реально використані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 → /prefecthq/fastmcp, /python/cpython, /pytest-dev/pytest-cov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запити задокументовані в research-notes.md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pipeline-status (FastMCP): get_transaction_status,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list_pipeline_results, pipeline://summary</a:t>
            </a:r>
            <a:endParaRPr lang="en-US" sz="1300" dirty="0"/>
          </a:p>
        </p:txBody>
      </p:sp>
      <p:pic>
        <p:nvPicPr>
          <p:cNvPr id="7" name="Image 1" descr="/Users/Dart_Raziel/Projects/Education/SET/gen-ai-software-engineering/homework-6/docs/screenshots/mcp-interaction-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2926080"/>
            <a:ext cx="5806440" cy="2039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60720" y="51206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виклик get_transaction_status(TXN002) через власний MCP-сервер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5623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40080" y="6172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 запити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206240" y="5623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4206240" y="6172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MCP-сервери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772400" y="5623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772400" y="6172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resource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70" y="6254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Виклики під час побудови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98755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Реальні проблеми — і як їх діагностували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859536" y="2048256"/>
            <a:ext cx="566928" cy="566928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37" y="2195657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11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3.9 на машині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2743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fastmcp/mcp потребують ≥3.10 → встановили python@3.12 через Homebrew, окремий .venv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72200" y="18288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/>
        </p:spPr>
      </p:sp>
      <p:sp>
        <p:nvSpPr>
          <p:cNvPr id="12" name="Shape 8"/>
          <p:cNvSpPr/>
          <p:nvPr/>
        </p:nvSpPr>
        <p:spPr>
          <a:xfrm>
            <a:off x="6391656" y="2048256"/>
            <a:ext cx="566928" cy="566928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057" y="219565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20116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«не спрацьовував»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46520" y="2743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сесія була запущена з кореня монорепо, а не homework-6/ → .claude/settings.json не підхоплювався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0690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/>
        </p:spPr>
      </p:sp>
      <p:sp>
        <p:nvSpPr>
          <p:cNvPr id="17" name="Shape 12"/>
          <p:cNvSpPr/>
          <p:nvPr/>
        </p:nvSpPr>
        <p:spPr>
          <a:xfrm>
            <a:off x="859536" y="4288536"/>
            <a:ext cx="566928" cy="566928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37" y="4435937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2519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пройшов непоміченим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14400" y="49834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Виявилось: це був no-op push (нічого нового) — гейт технічно й не мав що блокувати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172200" y="40690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/>
        </p:spPr>
      </p:sp>
      <p:sp>
        <p:nvSpPr>
          <p:cNvPr id="22" name="Shape 16"/>
          <p:cNvSpPr/>
          <p:nvPr/>
        </p:nvSpPr>
        <p:spPr>
          <a:xfrm>
            <a:off x="6391656" y="4288536"/>
            <a:ext cx="566928" cy="566928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057" y="4435937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86600" y="42519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 tests tests_disabled мовчав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446520" y="49834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Залишок старої tests_disabled/ ловив rename → діагностували через прямий echo-тест хука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17591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5740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 за увагу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40968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40968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мета-агенти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718408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718408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· 98%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95848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095848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MCP-сервери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73288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473288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транзакцій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github.com/Darch1tect/gen-ai-software-engineering — Pull Request #6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2026-08-11T16:14:17Z</dcterms:created>
  <dcterms:modified xsi:type="dcterms:W3CDTF">2026-08-11T16:14:17Z</dcterms:modified>
</cp:coreProperties>
</file>